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1"/>
  </p:sldMasterIdLst>
  <p:notesMasterIdLst>
    <p:notesMasterId r:id="rId64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59ED"/>
    <a:srgbClr val="FF8500"/>
    <a:srgbClr val="000000"/>
    <a:srgbClr val="2444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/>
    <p:restoredTop sz="94790"/>
  </p:normalViewPr>
  <p:slideViewPr>
    <p:cSldViewPr snapToGrid="0">
      <p:cViewPr varScale="1">
        <p:scale>
          <a:sx n="113" d="100"/>
          <a:sy n="113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025" name="PlaceHolder 4"/>
          <p:cNvSpPr>
            <a:spLocks noGrp="1"/>
          </p:cNvSpPr>
          <p:nvPr>
            <p:ph type="dt" idx="23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26" name="PlaceHolder 5"/>
          <p:cNvSpPr>
            <a:spLocks noGrp="1"/>
          </p:cNvSpPr>
          <p:nvPr>
            <p:ph type="ftr" idx="23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27" name="PlaceHolder 6"/>
          <p:cNvSpPr>
            <a:spLocks noGrp="1"/>
          </p:cNvSpPr>
          <p:nvPr>
            <p:ph type="sldNum" idx="23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6CB1F99-662B-4954-9E72-C01CA2D49C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  <a:prstGeom prst="rect">
            <a:avLst/>
          </a:prstGeom>
          <a:ln w="0">
            <a:noFill/>
          </a:ln>
        </p:spPr>
      </p:sp>
      <p:sp>
        <p:nvSpPr>
          <p:cNvPr id="2560" name="PlaceHolder 2"/>
          <p:cNvSpPr>
            <a:spLocks noGrp="1"/>
          </p:cNvSpPr>
          <p:nvPr>
            <p:ph type="body"/>
          </p:nvPr>
        </p:nvSpPr>
        <p:spPr>
          <a:xfrm>
            <a:off x="419040" y="4197600"/>
            <a:ext cx="6000480" cy="432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/>
        </p:txBody>
      </p:sp>
      <p:sp>
        <p:nvSpPr>
          <p:cNvPr id="2561" name="PlaceHolder 3"/>
          <p:cNvSpPr>
            <a:spLocks noGrp="1"/>
          </p:cNvSpPr>
          <p:nvPr>
            <p:ph type="sldNum" idx="235"/>
          </p:nvPr>
        </p:nvSpPr>
        <p:spPr>
          <a:xfrm>
            <a:off x="194328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>
              <a:lnSpc>
                <a:spcPct val="100000"/>
              </a:lnSpc>
              <a:buNone/>
              <a:def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2F02EDC-BF7D-4347-ACBF-68ECE1F5909B}" type="slidenum"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Box 10"/>
          <p:cNvSpPr/>
          <p:nvPr/>
        </p:nvSpPr>
        <p:spPr>
          <a:xfrm>
            <a:off x="1141200" y="6389640"/>
            <a:ext cx="3936960" cy="18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2FD3B4F-B175-4744-AA83-96836675AE17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13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477360" y="3418200"/>
            <a:ext cx="646056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Enter title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09480" y="5262120"/>
            <a:ext cx="3796920" cy="3690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name (pronouns)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body"/>
          </p:nvPr>
        </p:nvSpPr>
        <p:spPr>
          <a:xfrm>
            <a:off x="609480" y="331920"/>
            <a:ext cx="6476760" cy="2304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000" b="0" u="none" strike="noStrike" cap="all" spc="300">
                <a:solidFill>
                  <a:schemeClr val="lt2"/>
                </a:solidFill>
                <a:effectLst/>
                <a:uFillTx/>
                <a:latin typeface="Amazon Ember Mono"/>
                <a:ea typeface="Amazon Ember Mono"/>
              </a:rPr>
              <a:t>Enter session ID if required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8" name="PlaceHolder 4"/>
          <p:cNvSpPr>
            <a:spLocks noGrp="1"/>
          </p:cNvSpPr>
          <p:nvPr>
            <p:ph type="body"/>
          </p:nvPr>
        </p:nvSpPr>
        <p:spPr>
          <a:xfrm>
            <a:off x="609480" y="5674680"/>
            <a:ext cx="379692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job title</a:t>
            </a:r>
            <a:br>
              <a:rPr sz="1600"/>
            </a:b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company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9" name="TextBox 10"/>
          <p:cNvSpPr/>
          <p:nvPr/>
        </p:nvSpPr>
        <p:spPr>
          <a:xfrm>
            <a:off x="50436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tx1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0" name="Picture 3"/>
          <p:cNvPicPr/>
          <p:nvPr/>
        </p:nvPicPr>
        <p:blipFill>
          <a:blip r:embed="rId4"/>
          <a:srcRect r="55119"/>
          <a:stretch/>
        </p:blipFill>
        <p:spPr>
          <a:xfrm>
            <a:off x="612720" y="502920"/>
            <a:ext cx="1164960" cy="739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5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Box 10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753960E-F92E-46E7-8A65-17B8DC5A31AC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39280" y="914400"/>
            <a:ext cx="109724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Title and subtitle layout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09480" y="1455840"/>
            <a:ext cx="10972440" cy="341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Enter subtitle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dt" idx="127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ftr" idx="128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sldNum" idx="129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0DF93F-463A-413B-B8BD-D332BDF395B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2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0" name="TextBox 10"/>
          <p:cNvSpPr/>
          <p:nvPr/>
        </p:nvSpPr>
        <p:spPr>
          <a:xfrm>
            <a:off x="1141200" y="6389640"/>
            <a:ext cx="3936960" cy="18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BF4EF38-CF6A-4C3D-99E5-C46C40915F9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2" name="Picture 2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609480" y="2718000"/>
            <a:ext cx="7822800" cy="142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8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Section layout: Enter section name here</a:t>
            </a:r>
            <a:endParaRPr lang="en-US" sz="4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PlaceHolder 2"/>
          <p:cNvSpPr>
            <a:spLocks noGrp="1"/>
          </p:cNvSpPr>
          <p:nvPr>
            <p:ph type="dt" idx="199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ftr" idx="200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26" name="PlaceHolder 4"/>
          <p:cNvSpPr>
            <a:spLocks noGrp="1"/>
          </p:cNvSpPr>
          <p:nvPr>
            <p:ph type="sldNum" idx="201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CABB17-BC33-4FFE-A6D9-A65289314CA2}" type="slidenum">
              <a: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TextBox 11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8" name="Picture 3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33" Type="http://schemas.openxmlformats.org/officeDocument/2006/relationships/slideLayout" Target="../slideLayouts/slideLayout33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11" r:id="rId6"/>
    <p:sldLayoutId id="2147483738" r:id="rId3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title"/>
          </p:nvPr>
        </p:nvSpPr>
        <p:spPr>
          <a:xfrm>
            <a:off x="431280" y="2067480"/>
            <a:ext cx="1106424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Database Modernizer Assessment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PlaceHolder 2"/>
          <p:cNvSpPr>
            <a:spLocks noGrp="1"/>
          </p:cNvSpPr>
          <p:nvPr>
            <p:ph/>
          </p:nvPr>
        </p:nvSpPr>
        <p:spPr>
          <a:xfrm>
            <a:off x="522720" y="3184920"/>
            <a:ext cx="1097280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Source database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1030" name="TextBox 7"/>
          <p:cNvSpPr/>
          <p:nvPr/>
        </p:nvSpPr>
        <p:spPr>
          <a:xfrm>
            <a:off x="492480" y="5821560"/>
            <a:ext cx="3794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Amazon Ember"/>
              </a:rPr>
              <a:t>Job · Generated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atabase Modernizer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Macintosh PowerPoint</Application>
  <PresentationFormat>Widescreen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5" baseType="lpstr">
      <vt:lpstr>Amazon Ember</vt:lpstr>
      <vt:lpstr>Amazon Ember Display</vt:lpstr>
      <vt:lpstr>Amazon Ember Medium</vt:lpstr>
      <vt:lpstr>Amazon Ember Mono</vt:lpstr>
      <vt:lpstr>Amazon Ember Regular</vt:lpstr>
      <vt:lpstr>Arial</vt:lpstr>
      <vt:lpstr>Calibri</vt:lpstr>
      <vt:lpstr>Calibri Light</vt:lpstr>
      <vt:lpstr>Montserrat</vt:lpstr>
      <vt:lpstr>PT Sans</vt:lpstr>
      <vt:lpstr>Symbol</vt:lpstr>
      <vt:lpstr>Times New Roman</vt:lpstr>
      <vt:lpstr>Wingdings</vt:lpstr>
      <vt:lpstr>Database Modernizer Dark</vt:lpstr>
      <vt:lpstr>Database Modernizer Assessment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Modernizer Assessment</dc:title>
  <dc:subject/>
  <dc:creator>Database Modernizer Assessment</dc:creator>
  <dc:description/>
  <cp:lastModifiedBy>Database Modernizer Assessment</cp:lastModifiedBy>
  <cp:revision>444</cp:revision>
  <dcterms:created xsi:type="dcterms:W3CDTF">2022-07-18T16:28:56Z</dcterms:created>
  <dcterms:modified xsi:type="dcterms:W3CDTF">2026-06-26T15:15:46Z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ActionId">
    <vt:lpwstr>b3e425f4-5943-4c10-b0d9-133fa798ff57</vt:lpwstr>
  </property>
  <property fmtid="{D5CDD505-2E9C-101B-9397-08002B2CF9AE}" pid="3" name="MSIP_Label_929eed6f-34eb-4453-9f97-09510b9b219f_ContentBits">
    <vt:lpwstr>0</vt:lpwstr>
  </property>
  <property fmtid="{D5CDD505-2E9C-101B-9397-08002B2CF9AE}" pid="4" name="MSIP_Label_929eed6f-34eb-4453-9f97-09510b9b219f_Enabled">
    <vt:lpwstr>true</vt:lpwstr>
  </property>
  <property fmtid="{D5CDD505-2E9C-101B-9397-08002B2CF9AE}" pid="5" name="MSIP_Label_929eed6f-34eb-4453-9f97-09510b9b219f_Method">
    <vt:lpwstr>Standard</vt:lpwstr>
  </property>
  <property fmtid="{D5CDD505-2E9C-101B-9397-08002B2CF9AE}" pid="6" name="MSIP_Label_929eed6f-34eb-4453-9f97-09510b9b219f_Name">
    <vt:lpwstr>Amazon Pending_Classification</vt:lpwstr>
  </property>
  <property fmtid="{D5CDD505-2E9C-101B-9397-08002B2CF9AE}" pid="7" name="MSIP_Label_929eed6f-34eb-4453-9f97-09510b9b219f_SetDate">
    <vt:lpwstr>2025-07-03T01:06:42Z</vt:lpwstr>
  </property>
  <property fmtid="{D5CDD505-2E9C-101B-9397-08002B2CF9AE}" pid="8" name="MSIP_Label_929eed6f-34eb-4453-9f97-09510b9b219f_SiteId">
    <vt:lpwstr>5280104a-472d-4538-9ccf-1e1d0efe8b1b</vt:lpwstr>
  </property>
  <property fmtid="{D5CDD505-2E9C-101B-9397-08002B2CF9AE}" pid="9" name="MSIP_Label_929eed6f-34eb-4453-9f97-09510b9b219f_Tag">
    <vt:lpwstr>50, 3, 0, 1</vt:lpwstr>
  </property>
  <property fmtid="{D5CDD505-2E9C-101B-9397-08002B2CF9AE}" pid="10" name="Notes">
    <vt:i4>24</vt:i4>
  </property>
  <property fmtid="{D5CDD505-2E9C-101B-9397-08002B2CF9AE}" pid="11" name="PresentationFormat">
    <vt:lpwstr>Widescreen</vt:lpwstr>
  </property>
  <property fmtid="{D5CDD505-2E9C-101B-9397-08002B2CF9AE}" pid="12" name="Slides">
    <vt:i4>43</vt:i4>
  </property>
</Properties>
</file>