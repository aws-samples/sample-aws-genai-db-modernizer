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1"/>
  </p:sldMasterIdLst>
  <p:notesMasterIdLst>
    <p:notesMasterId r:id="rId64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59ED"/>
    <a:srgbClr val="FF8500"/>
    <a:srgbClr val="000000"/>
    <a:srgbClr val="244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1"/>
    <p:restoredTop sz="94790"/>
  </p:normalViewPr>
  <p:slideViewPr>
    <p:cSldViewPr snapToGrid="0">
      <p:cViewPr varScale="1">
        <p:scale>
          <a:sx n="113" d="100"/>
          <a:sy n="113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025" name="PlaceHolder 4"/>
          <p:cNvSpPr>
            <a:spLocks noGrp="1"/>
          </p:cNvSpPr>
          <p:nvPr>
            <p:ph type="dt" idx="23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26" name="PlaceHolder 5"/>
          <p:cNvSpPr>
            <a:spLocks noGrp="1"/>
          </p:cNvSpPr>
          <p:nvPr>
            <p:ph type="ftr" idx="23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27" name="PlaceHolder 6"/>
          <p:cNvSpPr>
            <a:spLocks noGrp="1"/>
          </p:cNvSpPr>
          <p:nvPr>
            <p:ph type="sldNum" idx="23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6CB1F99-662B-4954-9E72-C01CA2D49CC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  <a:prstGeom prst="rect">
            <a:avLst/>
          </a:prstGeom>
          <a:ln w="0">
            <a:noFill/>
          </a:ln>
        </p:spPr>
      </p:sp>
      <p:sp>
        <p:nvSpPr>
          <p:cNvPr id="2560" name="PlaceHolder 2"/>
          <p:cNvSpPr>
            <a:spLocks noGrp="1"/>
          </p:cNvSpPr>
          <p:nvPr>
            <p:ph type="body"/>
          </p:nvPr>
        </p:nvSpPr>
        <p:spPr>
          <a:xfrm>
            <a:off x="419040" y="4197600"/>
            <a:ext cx="6000480" cy="432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/>
        </p:txBody>
      </p:sp>
      <p:sp>
        <p:nvSpPr>
          <p:cNvPr id="2561" name="PlaceHolder 3"/>
          <p:cNvSpPr>
            <a:spLocks noGrp="1"/>
          </p:cNvSpPr>
          <p:nvPr>
            <p:ph type="sldNum" idx="235"/>
          </p:nvPr>
        </p:nvSpPr>
        <p:spPr>
          <a:xfrm>
            <a:off x="194328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mazon Ember Display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2F02EDC-BF7D-4347-ACBF-68ECE1F5909B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mazon Ember Display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chemeClr val="dk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Picture 14"/>
          <p:cNvPicPr/>
          <p:nvPr/>
        </p:nvPicPr>
        <p:blipFill>
          <a:blip r:embed="rId2"/>
          <a:stretch/>
        </p:blipFill>
        <p:spPr>
          <a:xfrm>
            <a:off x="595440" y="6338160"/>
            <a:ext cx="36540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TextBox 10"/>
          <p:cNvSpPr/>
          <p:nvPr/>
        </p:nvSpPr>
        <p:spPr>
          <a:xfrm>
            <a:off x="1141200" y="6389640"/>
            <a:ext cx="393696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chemeClr val="lt2"/>
                </a:solidFill>
                <a:effectLst/>
                <a:uFillTx/>
                <a:latin typeface="Amazon Ember Display"/>
              </a:rPr>
              <a:t>© 2026 Amazon Web Services, Inc. or its affiliates. For informational purposes only.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lide Number Placeholder 5"/>
          <p:cNvSpPr/>
          <p:nvPr/>
        </p:nvSpPr>
        <p:spPr>
          <a:xfrm>
            <a:off x="8929080" y="628956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12FD3B4F-B175-4744-AA83-96836675AE17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Amazon Ember Display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4" name="Picture 13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477360" y="3418200"/>
            <a:ext cx="6460560" cy="92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lt2"/>
                </a:solidFill>
                <a:effectLst/>
                <a:uFillTx/>
                <a:latin typeface="Amazon Ember Display"/>
                <a:ea typeface="Amazon Ember Display"/>
              </a:rPr>
              <a:t>Enter title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09480" y="5262120"/>
            <a:ext cx="3796920" cy="369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Amazon Ember Display"/>
                <a:ea typeface="Amazon Ember Display"/>
              </a:rPr>
              <a:t>Speaker name (pronouns)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Amazon Ember Display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body"/>
          </p:nvPr>
        </p:nvSpPr>
        <p:spPr>
          <a:xfrm>
            <a:off x="609480" y="331920"/>
            <a:ext cx="6476760" cy="2304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000" b="0" u="none" strike="noStrike" cap="all" spc="300">
                <a:solidFill>
                  <a:schemeClr val="lt2"/>
                </a:solidFill>
                <a:effectLst/>
                <a:uFillTx/>
                <a:latin typeface="Amazon Ember Mono"/>
                <a:ea typeface="Amazon Ember Mono"/>
              </a:rPr>
              <a:t>Enter session ID if required</a:t>
            </a:r>
            <a:endParaRPr lang="en-US" sz="1000" b="0" u="none" strike="noStrike">
              <a:solidFill>
                <a:schemeClr val="lt1"/>
              </a:solidFill>
              <a:effectLst/>
              <a:uFillTx/>
              <a:latin typeface="Amazon Ember Display"/>
            </a:endParaRPr>
          </a:p>
        </p:txBody>
      </p:sp>
      <p:sp>
        <p:nvSpPr>
          <p:cNvPr id="498" name="PlaceHolder 4"/>
          <p:cNvSpPr>
            <a:spLocks noGrp="1"/>
          </p:cNvSpPr>
          <p:nvPr>
            <p:ph type="body"/>
          </p:nvPr>
        </p:nvSpPr>
        <p:spPr>
          <a:xfrm>
            <a:off x="609480" y="5674680"/>
            <a:ext cx="3796920" cy="5353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300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Amazon Ember Display"/>
                <a:ea typeface="Amazon Ember Display"/>
              </a:rPr>
              <a:t>Speaker job title</a:t>
            </a:r>
            <a:br>
              <a:rPr sz="1600"/>
            </a:b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Amazon Ember Display"/>
                <a:ea typeface="Amazon Ember Display"/>
              </a:rPr>
              <a:t>Speaker company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Amazon Ember Display"/>
            </a:endParaRPr>
          </a:p>
        </p:txBody>
      </p:sp>
      <p:sp>
        <p:nvSpPr>
          <p:cNvPr id="499" name="TextBox 10"/>
          <p:cNvSpPr/>
          <p:nvPr/>
        </p:nvSpPr>
        <p:spPr>
          <a:xfrm>
            <a:off x="504360" y="6389640"/>
            <a:ext cx="4452158" cy="183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600" b="0" u="none" strike="noStrike" dirty="0">
                <a:solidFill>
                  <a:schemeClr val="tx1"/>
                </a:solidFill>
                <a:effectLst/>
                <a:uFillTx/>
                <a:latin typeface="Amazon Ember Display"/>
              </a:rPr>
              <a:t>© 2026 Amazon Web Services, Inc. or its affiliates. For informational purposes only.</a:t>
            </a:r>
            <a:endParaRPr lang="en-US" sz="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0" name="Picture 3"/>
          <p:cNvPicPr/>
          <p:nvPr/>
        </p:nvPicPr>
        <p:blipFill>
          <a:blip r:embed="rId2"/>
          <a:stretch/>
        </p:blipFill>
        <p:spPr>
          <a:xfrm>
            <a:off x="612720" y="502920"/>
            <a:ext cx="1005840" cy="60153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">
    <p:bg>
      <p:bgPr>
        <a:solidFill>
          <a:schemeClr val="dk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Picture 14"/>
          <p:cNvPicPr/>
          <p:nvPr/>
        </p:nvPicPr>
        <p:blipFill>
          <a:blip r:embed="rId2"/>
          <a:stretch/>
        </p:blipFill>
        <p:spPr>
          <a:xfrm>
            <a:off x="595440" y="6338160"/>
            <a:ext cx="36540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TextBox 10"/>
          <p:cNvSpPr/>
          <p:nvPr/>
        </p:nvSpPr>
        <p:spPr>
          <a:xfrm>
            <a:off x="1141200" y="6389640"/>
            <a:ext cx="4452158" cy="183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600" b="0" u="none" strike="noStrike" dirty="0">
                <a:solidFill>
                  <a:schemeClr val="lt2"/>
                </a:solidFill>
                <a:effectLst/>
                <a:uFillTx/>
                <a:latin typeface="Amazon Ember Display"/>
              </a:rPr>
              <a:t>© 2026 Amazon Web Services, Inc. or its affiliates. For informational purposes only.</a:t>
            </a:r>
            <a:endParaRPr lang="en-US" sz="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lide Number Placeholder 5"/>
          <p:cNvSpPr/>
          <p:nvPr/>
        </p:nvSpPr>
        <p:spPr>
          <a:xfrm>
            <a:off x="8929080" y="628956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9753960E-F92E-46E7-8A65-17B8DC5A31AC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Amazon Ember Display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539280" y="914400"/>
            <a:ext cx="109724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mazon Ember Display"/>
                <a:ea typeface="Amazon Ember Display"/>
              </a:rPr>
              <a:t>Title and subtitle layout</a:t>
            </a:r>
            <a:endParaRPr lang="en-US" sz="3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09480" y="1455840"/>
            <a:ext cx="10972440" cy="341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mazon Ember Display"/>
                <a:ea typeface="Amazon Ember Display"/>
              </a:rPr>
              <a:t>Enter subtitle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mazon Ember Display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dt" idx="127"/>
          </p:nvPr>
        </p:nvSpPr>
        <p:spPr>
          <a:xfrm>
            <a:off x="838080" y="69534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mazon Ember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mazon Ember Display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PlaceHolder 4"/>
          <p:cNvSpPr>
            <a:spLocks noGrp="1"/>
          </p:cNvSpPr>
          <p:nvPr>
            <p:ph type="ftr" idx="128"/>
          </p:nvPr>
        </p:nvSpPr>
        <p:spPr>
          <a:xfrm>
            <a:off x="4038480" y="695340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6" name="PlaceHolder 5"/>
          <p:cNvSpPr>
            <a:spLocks noGrp="1"/>
          </p:cNvSpPr>
          <p:nvPr>
            <p:ph type="sldNum" idx="129"/>
          </p:nvPr>
        </p:nvSpPr>
        <p:spPr>
          <a:xfrm>
            <a:off x="8929080" y="6289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2"/>
                </a:solidFill>
                <a:effectLst/>
                <a:uFillTx/>
                <a:latin typeface="Amazon Ember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0DF93F-463A-413B-B8BD-D332BDF395BE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Amazon Ember Display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2">
    <p:bg>
      <p:bgPr>
        <a:solidFill>
          <a:schemeClr val="dk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Picture 14"/>
          <p:cNvPicPr/>
          <p:nvPr/>
        </p:nvPicPr>
        <p:blipFill>
          <a:blip r:embed="rId2"/>
          <a:stretch/>
        </p:blipFill>
        <p:spPr>
          <a:xfrm>
            <a:off x="595440" y="6338160"/>
            <a:ext cx="36540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0" name="TextBox 10"/>
          <p:cNvSpPr/>
          <p:nvPr/>
        </p:nvSpPr>
        <p:spPr>
          <a:xfrm>
            <a:off x="1141200" y="6389640"/>
            <a:ext cx="393696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chemeClr val="lt2"/>
                </a:solidFill>
                <a:effectLst/>
                <a:uFillTx/>
                <a:latin typeface="Amazon Ember Display"/>
              </a:rPr>
              <a:t>© 2026 Amazon Web Services, Inc. or its affiliates. For informational purposes only.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Slide Number Placeholder 5"/>
          <p:cNvSpPr/>
          <p:nvPr/>
        </p:nvSpPr>
        <p:spPr>
          <a:xfrm>
            <a:off x="8929080" y="628956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1BF4EF38-CF6A-4C3D-99E5-C46C40915F9E}" type="slidenum">
              <a:rPr lang="en-US" sz="900" b="0" u="none" strike="noStrike">
                <a:solidFill>
                  <a:schemeClr val="lt2"/>
                </a:solidFill>
                <a:effectLst/>
                <a:uFillTx/>
                <a:latin typeface="Amazon Ember Display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2" name="Picture 2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609480" y="2718000"/>
            <a:ext cx="7822800" cy="142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lt2"/>
                </a:solidFill>
                <a:effectLst/>
                <a:uFillTx/>
                <a:latin typeface="Amazon Ember Display"/>
                <a:ea typeface="Amazon Ember Display"/>
              </a:rPr>
              <a:t>Section layout: Enter section name here</a:t>
            </a:r>
            <a:endParaRPr lang="en-US" sz="4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dt" idx="199"/>
          </p:nvPr>
        </p:nvSpPr>
        <p:spPr>
          <a:xfrm>
            <a:off x="838080" y="69534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mazon Ember Display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mazon Ember Display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ftr" idx="200"/>
          </p:nvPr>
        </p:nvSpPr>
        <p:spPr>
          <a:xfrm>
            <a:off x="4038480" y="695340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26" name="PlaceHolder 4"/>
          <p:cNvSpPr>
            <a:spLocks noGrp="1"/>
          </p:cNvSpPr>
          <p:nvPr>
            <p:ph type="sldNum" idx="201"/>
          </p:nvPr>
        </p:nvSpPr>
        <p:spPr>
          <a:xfrm>
            <a:off x="8929080" y="6289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lt1"/>
                </a:solidFill>
                <a:effectLst/>
                <a:uFillTx/>
                <a:latin typeface="Amazon Ember Display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CABB17-BC33-4FFE-A6D9-A65289314CA2}" type="slidenum">
              <a:rPr lang="en-US" sz="900" b="0" u="none" strike="noStrike">
                <a:solidFill>
                  <a:schemeClr val="lt1"/>
                </a:solidFill>
                <a:effectLst/>
                <a:uFillTx/>
                <a:latin typeface="Amazon Ember Display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TextBox 11"/>
          <p:cNvSpPr/>
          <p:nvPr/>
        </p:nvSpPr>
        <p:spPr>
          <a:xfrm>
            <a:off x="1141200" y="6389640"/>
            <a:ext cx="4452158" cy="183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600" b="0" u="none" strike="noStrike" dirty="0">
                <a:solidFill>
                  <a:schemeClr val="lt2"/>
                </a:solidFill>
                <a:effectLst/>
                <a:uFillTx/>
                <a:latin typeface="Amazon Ember Display"/>
              </a:rPr>
              <a:t>© 2026 Amazon Web Services, Inc. or its affiliates. For informational purposes only.</a:t>
            </a:r>
            <a:endParaRPr lang="en-US" sz="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8" name="Picture 3"/>
          <p:cNvPicPr/>
          <p:nvPr/>
        </p:nvPicPr>
        <p:blipFill>
          <a:blip r:embed="rId2"/>
          <a:stretch/>
        </p:blipFill>
        <p:spPr>
          <a:xfrm>
            <a:off x="595440" y="6338160"/>
            <a:ext cx="36540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mazon Ember Display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mazon Ember Display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mazon Ember Display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mazon Ember Display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mazon Ember Display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mazon Ember Display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mazon Ember Display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33" Type="http://schemas.openxmlformats.org/officeDocument/2006/relationships/slideLayout" Target="../slideLayouts/slideLayout33.xml"/><Relationship Id="rId5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11" r:id="rId6"/>
    <p:sldLayoutId id="2147483738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title"/>
          </p:nvPr>
        </p:nvSpPr>
        <p:spPr>
          <a:xfrm>
            <a:off x="431280" y="2067480"/>
            <a:ext cx="11064240" cy="92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2"/>
                </a:solidFill>
                <a:effectLst/>
                <a:uFillTx/>
                <a:latin typeface="Amazon Ember Display"/>
                <a:ea typeface="Amazon Ember Display"/>
              </a:rPr>
              <a:t>Database Modernizer Assessment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9" name="PlaceHolder 2"/>
          <p:cNvSpPr>
            <a:spLocks noGrp="1"/>
          </p:cNvSpPr>
          <p:nvPr>
            <p:ph/>
          </p:nvPr>
        </p:nvSpPr>
        <p:spPr>
          <a:xfrm>
            <a:off x="522720" y="3184920"/>
            <a:ext cx="10972800" cy="5353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2"/>
                </a:solidFill>
                <a:effectLst/>
                <a:uFillTx/>
                <a:latin typeface="Amazon Ember Display"/>
                <a:ea typeface="Amazon Ember Display"/>
              </a:rPr>
              <a:t>Source database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Amazon Ember Display"/>
            </a:endParaRPr>
          </a:p>
        </p:txBody>
      </p:sp>
      <p:sp>
        <p:nvSpPr>
          <p:cNvPr id="1030" name="TextBox 7"/>
          <p:cNvSpPr/>
          <p:nvPr/>
        </p:nvSpPr>
        <p:spPr>
          <a:xfrm>
            <a:off x="492480" y="5821560"/>
            <a:ext cx="37944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Amazon Ember"/>
              </a:rPr>
              <a:t>Job · Generated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tabase Modernizer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Widescreen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5" baseType="lpstr">
      <vt:lpstr>Amazon Ember</vt:lpstr>
      <vt:lpstr>Amazon Ember Display</vt:lpstr>
      <vt:lpstr>Amazon Ember Medium</vt:lpstr>
      <vt:lpstr>Amazon Ember Mono</vt:lpstr>
      <vt:lpstr>Amazon Ember Regular</vt:lpstr>
      <vt:lpstr>Arial</vt:lpstr>
      <vt:lpstr>Calibri</vt:lpstr>
      <vt:lpstr>Calibri Light</vt:lpstr>
      <vt:lpstr>Montserrat</vt:lpstr>
      <vt:lpstr>PT Sans</vt:lpstr>
      <vt:lpstr>Symbol</vt:lpstr>
      <vt:lpstr>Times New Roman</vt:lpstr>
      <vt:lpstr>Wingdings</vt:lpstr>
      <vt:lpstr>Database Modernizer Dark</vt:lpstr>
      <vt:lpstr>Database Modernizer Assessment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Modernizer Assessment</dc:title>
  <dc:subject/>
  <dc:creator>Database Modernizer Assessment</dc:creator>
  <dc:description/>
  <cp:lastModifiedBy>Database Modernizer Assessment</cp:lastModifiedBy>
  <cp:revision>444</cp:revision>
  <dcterms:created xsi:type="dcterms:W3CDTF">2022-07-18T16:28:56Z</dcterms:created>
  <dcterms:modified xsi:type="dcterms:W3CDTF">2026-06-26T15:15:46Z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10" name="Notes">
    <vt:i4>24</vt:i4>
  </property>
  <property fmtid="{D5CDD505-2E9C-101B-9397-08002B2CF9AE}" pid="11" name="PresentationFormat">
    <vt:lpwstr>Widescreen</vt:lpwstr>
  </property>
  <property fmtid="{D5CDD505-2E9C-101B-9397-08002B2CF9AE}" pid="12" name="Slides">
    <vt:i4>43</vt:i4>
  </property>
</Properties>
</file>